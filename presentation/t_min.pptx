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10"/>
  </p:sldIdLst>
  <p:sldSz cx="12191695" cy="6858000"/>
  <p:notesSz cx="6858000" cy="12191695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0" Type="http://schemas.openxmlformats.org/officeDocument/2006/relationships/slide" Target="slides/slid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테스트 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">
  <a:themeElements>
    <a:clrScheme name="Deck">
      <a:dk1>
        <a:sysClr val="windowText" lastClr="000000"/>
      </a:dk1>
      <a:lt1>
        <a:sysClr val="window" lastClr="FFFFFF"/>
      </a:lt1>
      <a:dk2>
        <a:srgbClr val="0F2A43"/>
      </a:dk2>
      <a:lt2>
        <a:srgbClr val="F2F4F7"/>
      </a:lt2>
      <a:accent1>
        <a:srgbClr val="0A84FF"/>
      </a:accent1>
      <a:accent2>
        <a:srgbClr val="FF9F0A"/>
      </a:accent2>
      <a:accent3>
        <a:srgbClr val="30D158"/>
      </a:accent3>
      <a:accent4>
        <a:srgbClr val="FF453A"/>
      </a:accent4>
      <a:accent5>
        <a:srgbClr val="1B3A57"/>
      </a:accent5>
      <a:accent6>
        <a:srgbClr val="6B7A8C"/>
      </a:accent6>
      <a:hlink>
        <a:srgbClr val="0A84FF"/>
      </a:hlink>
      <a:folHlink>
        <a:srgbClr val="6B7A8C"/>
      </a:folHlink>
    </a:clrScheme>
    <a:fontScheme name="Deck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